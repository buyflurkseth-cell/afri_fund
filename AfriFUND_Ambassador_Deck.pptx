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2_Toke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3_Presale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4_Direct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5_Scaling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6_Unilevel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7_Bonus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8_Earning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09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
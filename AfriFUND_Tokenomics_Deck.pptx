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2_Toke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3_Presale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4_UseOf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5_Dividend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6_LockupV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7_TaxF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8_Contract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friFUND_INV_09_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